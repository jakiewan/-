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1527f96424c2d" /><Relationship Type="http://schemas.openxmlformats.org/officeDocument/2006/relationships/extended-properties" Target="/docProps/app.xml" Id="R91b9d9c5f5ac4bfc" /><Relationship Type="http://schemas.openxmlformats.org/officeDocument/2006/relationships/officeDocument" Target="/ppt/presentation.xml" Id="Rf8cb4fd5b217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3e8f414e14e29"/>
  </p:sldMasterIdLst>
  <p:notesMasterIdLst>
    <p:notesMasterId xmlns:r="http://schemas.openxmlformats.org/officeDocument/2006/relationships" r:id="R34612f3dc4e4471c"/>
  </p:notesMasterIdLst>
  <p:sldIdLst>
    <p:sldId xmlns:r="http://schemas.openxmlformats.org/officeDocument/2006/relationships" id="256" r:id="Ra5d2c4ce4a6b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bb499704945b2" /><Relationship Type="http://schemas.openxmlformats.org/officeDocument/2006/relationships/slideMaster" Target="/ppt/slideMasters/slideMaster1.xml" Id="R7063e8f414e14e29" /><Relationship Type="http://schemas.openxmlformats.org/officeDocument/2006/relationships/notesMaster" Target="/ppt/notesMasters/notesMaster1.xml" Id="R34612f3dc4e4471c" /><Relationship Type="http://schemas.openxmlformats.org/officeDocument/2006/relationships/presProps" Target="/ppt/presProps.xml" Id="Rdac8a80311064a84" /><Relationship Type="http://schemas.openxmlformats.org/officeDocument/2006/relationships/tableStyles" Target="/ppt/tableStyles.xml" Id="Rf271ff9bd7854ee3" /><Relationship Type="http://schemas.openxmlformats.org/officeDocument/2006/relationships/slide" Target="/ppt/slides/slide1.xml" Id="Ra5d2c4ce4a6b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07433b1d6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b730d4fac46ad" /><Relationship Type="http://schemas.openxmlformats.org/officeDocument/2006/relationships/notesMaster" Target="/ppt/notesMasters/notesMaster1.xml" Id="R9db34eba03c3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抽槽是从用户消息中提取业务参数，填槽是合并已知参数并追问缺失条件。咨询在 rag_rewrite 中结合本轮消息、上一轮问答与待补任务提取条件，continues_task 为 true 时继承品类、型号、渠道和品牌。售后仅抽取新增字段，Python 合并非空值，参数变化后重新确认。订单查询只提取本轮条件。Pydantic 校验结构，不代表语义正确；数据库核实本人订单，售后还需明确确认。例子为代码流程说明，不代表本次接口实测。源码：backend/rag/agent.py:20,53,109,238,324；backend/graph/after_sales.py:23,125,197；backend/graph/nodes.py:162。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d408584bd47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680ee4b448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d0cf9cdb843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3a13b05284f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d36bf67fe48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27651fc1a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EB089F-6A55-413B-BF8B-CC63E0FD3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9ECC8-F398-4AC2-B1D4-8FDA1E75BB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8B7A54-9BAD-4139-B921-77993BEFE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445546-85FB-47D2-B0ED-EC71B0F8A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FFBA42-D6C5-47FB-93D8-E56827F89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5C654B-BF30-45CF-A1B3-E0684319D8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BF69DD-D4A9-4FBD-8431-64393E838D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7683E2-4253-47D4-8096-AA87932FAC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3AF4D-CB7E-418E-8C3D-5143F03A5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244AF5-E15C-4F0D-B488-255E3F338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a992833c34788" /><Relationship Type="http://schemas.openxmlformats.org/officeDocument/2006/relationships/slideLayout" Target="/ppt/slideLayouts/slideLayout1.xml" Id="R68f2fa132dbd4c72" /><Relationship Type="http://schemas.openxmlformats.org/officeDocument/2006/relationships/slideLayout" Target="/ppt/slideLayouts/slideLayout2.xml" Id="Rc617a0690dc64d20" /><Relationship Type="http://schemas.openxmlformats.org/officeDocument/2006/relationships/slideLayout" Target="/ppt/slideLayouts/slideLayout3.xml" Id="Rfb85a999ed0b4b01" /><Relationship Type="http://schemas.openxmlformats.org/officeDocument/2006/relationships/slideLayout" Target="/ppt/slideLayouts/slideLayout4.xml" Id="Rfe767141543042c1" /><Relationship Type="http://schemas.openxmlformats.org/officeDocument/2006/relationships/slideLayout" Target="/ppt/slideLayouts/slideLayout5.xml" Id="R57aef267fb734901" /><Relationship Type="http://schemas.openxmlformats.org/officeDocument/2006/relationships/slideLayout" Target="/ppt/slideLayouts/slideLayout6.xml" Id="Rdce0a1bddd33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2fa132dbd4c72"/>
    <p:sldLayoutId xmlns:r="http://schemas.openxmlformats.org/officeDocument/2006/relationships" id="2147483650" r:id="Rc617a0690dc64d20"/>
    <p:sldLayoutId xmlns:r="http://schemas.openxmlformats.org/officeDocument/2006/relationships" id="2147483651" r:id="Rfb85a999ed0b4b01"/>
    <p:sldLayoutId xmlns:r="http://schemas.openxmlformats.org/officeDocument/2006/relationships" id="2147483652" r:id="Rfe767141543042c1"/>
    <p:sldLayoutId xmlns:r="http://schemas.openxmlformats.org/officeDocument/2006/relationships" id="2147483653" r:id="R57aef267fb734901"/>
    <p:sldLayoutId xmlns:r="http://schemas.openxmlformats.org/officeDocument/2006/relationships" id="2147483654" r:id="Rdce0a1bddd33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8fbd883cd46d3" /><Relationship Type="http://schemas.openxmlformats.org/officeDocument/2006/relationships/notesSlide" Target="/ppt/notesSlides/notesSlide1.xml" Id="R0ef90bb45896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502AB-26E3-40AC-A7C6-D505524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抽槽与跨轮补参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0FDD9-D52B-4B66-87A2-BC214A5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LLM 提取本轮条件，Python 保留有效槽位，缺少信息时继续追问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602EC-B981-4E44-9BA6-A1E2BFD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19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D740-F1A4-4D3E-B9BA-D762910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抽取参数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696F0-6F6B-475E-B635-7A82F819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LLM 输出 JSON，Pydantic 校验字段结构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19B93-F562-4766-B103-A341B6C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72B91-4B3A-48BD-B531-35403D2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合并与追问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1AB9D-5A67-4156-8A7D-5C8A071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沿用已知条件，补充或纠正新值，缺参继续问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0C4E2-FF16-4C8A-A9F2-DA4CE7C1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24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E850E-75E3-4E47-9908-A58904BC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核实与确认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7E7C2-48AA-4BB7-9A61-58C1FF0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订单归属由数据库核实，售后明确确认后提交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E58DA-6A4E-490A-A22F-12213F0C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67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咨询示例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F7C8F-F953-45DD-91A9-9F61C23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109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“我想了解小米15”  →  记录型号，追问咨询方面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23929-D4E0-450D-A3EE-41E65C4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72125"/>
            <a:ext cx="1109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“屏幕参数”  →  继承型号，检索“小米15的屏幕参数”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21A16-E1FE-4385-906C-5C33283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769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咨询与售后支持跨轮补参，订单查询仅提取本轮条件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19B1A-92AB-4C87-A1D4-BEC4BC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3CE19-B550-48B7-B528-7E51B3E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2129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2026-10-22T10:45:55.7190000Z</dcterms:created>
  <dcterms:modified xsi:type="dcterms:W3CDTF">2026-10-22T10:45:55.7190000Z</dcterms:modified>
</coreProperties>
</file>